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01: Identity And Browser Access
Presenter script:
Open by acknowledging this is the area most likely to confuse newcomers.
Source: Handover synthesis from published repository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02: Session path
Presenter script:
The payoff is being able to debug auth issues by asking which axis or boundary is involved.
Source: Handover session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03: Runtime identity, access, and secrets
Presenter script:
Use this as the high-level runtime map. It is dense; narrate top-down from user entry to service access.
Source: Source: IcePanel 10-runtime-identity-access-secrets.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04: Auth and control flow
Presenter script:
This diagram shows why app-by-app auth debugging can be misleading. The chart wires a shared flow.
Source: Source: manual Auth And Control Flow Mermaid.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05: Identity has two independent axes
Presenter script:
Do not let the audience collapse provider and directory into one question. They are separate axes.
Source: Source: chart guide Identity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06: Supported combinations that matter
Presenter script:
Also mention the restrictions: platformHome currently requires bundled Keycloak, and local Keycloak users plus LDAP-backed Ranger usersync are mutually exclusive.
Source: Source: manual Supported Combinations.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07: Which apps use which browser boundary?
Presenter script:
This table is the fastest way to debug 'why does this app behave differently?'
Source: Source: manual Which Apps Use Direct OIDC.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08: platformHome is special
Presenter script:
Call this out because it is a likely future change request and a common surprise.
Source: Source: manual Component Guide; chart guide restrictions.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09: The local auth-heavy story is intentionally different
Presenter script:
This explains why a plain Helm install of values-local-auth.yaml is not equivalent to make smoke-install.
Source: Source: manual Local Auth-Heavy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10: Guided checkpoint: classify an auth problem
Presenter script:
Use a hypothetical incident instead of a live cluster if needed: CloudBeaver login fails, Trino UI works, platformHome is enabled.
Source: Guided demo/checkpoint for live handover delivery.
Demo/checkpoint cue:
Treat this as optional live material. If time or tooling is unavailable, discuss the commands and expected reasoning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05: Identity And Browser Access
Slide 11: Session 05 landing
Presenter script:
Preview session six: identity is only half the access story; authorization and Ranger are next.
Source: Handover session wrap-up.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520440" cy="685800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20440" y="0"/>
            <a:ext cx="109728" cy="6858000"/>
          </a:xfrm>
          <a:prstGeom prst="rect">
            <a:avLst/>
          </a:prstGeom>
          <a:solidFill>
            <a:srgbClr val="1B6E55"/>
          </a:solidFill>
          <a:ln w="12700">
            <a:solidFill>
              <a:srgbClr val="1B6E55"/>
            </a:solidFill>
            <a:prstDash val="solid"/>
          </a:ln>
        </p:spPr>
      </p:sp>
      <p:pic>
        <p:nvPicPr>
          <p:cNvPr id="5" name="Image 0" descr="/Users/CV4/code/dlh-in-a-box-umbrella-helm-chart/docs/assets/dlh-in-a-box-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09728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984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Auth modes and entrypoints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And Browser Access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5321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hour handover deck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5687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 / 10-15 min checkpoint / 5 min Q&amp;A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77640" y="457200"/>
            <a:ext cx="76352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11" name="Image 1" descr="/Users/CV4/code/dlh-in-a-box-umbrella-helm-chart/docs/architecture/icepanel/exports/dlh-in-a-box/png-light/10-runtime-identity-access-secr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689" y="457200"/>
            <a:ext cx="5399141" cy="4526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5230368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 orchestrates a system-wide identity contract rather than configuring each browser app independently.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synthesis from published repository docs.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hour covers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075688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4884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identity axes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13232" y="2788920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6207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34440" y="27706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entrypoints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3232" y="3502152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7530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234440" y="34838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OIDC versus proxy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13232" y="4215384"/>
            <a:ext cx="347472" cy="347472"/>
          </a:xfrm>
          <a:prstGeom prst="ellipse">
            <a:avLst/>
          </a:prstGeom>
          <a:solidFill>
            <a:srgbClr val="EEF5F2"/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885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34440" y="419709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auth-heavy story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641080" y="1627632"/>
            <a:ext cx="2560320" cy="3977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rhythm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487168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40-45 min narrative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10-15 min checkpoint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Q&amp;A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4434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notes carry the script and demo prompts.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structure.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identity, access, and secrets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architecture/icepanel/exports/dlh-in-a-box/png-light/10-runtime-identity-access-secr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089" y="1536192"/>
            <a:ext cx="5399141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Keycloak or external OIDC issues browser identity.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may be supplied externally or by included services.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auth proxies protect selected apps.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Trino, Ranger, and app runtimes consume identity differently.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IcePanel 10-runtime-identity-access-secrets.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and control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36192"/>
            <a:ext cx="6995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2D9">
                <a:alpha val="90000"/>
              </a:srgbClr>
            </a:solidFill>
            <a:prstDash val="solid"/>
          </a:ln>
        </p:spPr>
      </p:sp>
      <p:pic>
        <p:nvPicPr>
          <p:cNvPr id="7" name="Image 0" descr="/Users/CV4/code/dlh-in-a-box-umbrella-helm-chart/docs/handover/assets/mermaid/auth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1278"/>
            <a:ext cx="6995160" cy="21161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1755648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enter through browser-facing applications.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either handle OIDC directly or sit behind oauth2-proxy.</a:t>
            </a:r>
            <a:endParaRPr lang="en-US" sz="1350" dirty="0"/>
          </a:p>
          <a:p>
            <a:r>
              <a:rPr lang="en-US" sz="13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policies and generated file rules are authorization control planes.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Auth And Control Flow Mermaid.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has two independent axes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Axis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bundledKeycloak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chart deploys Keycloak and manages clients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externalOidc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 existing OIDC provider is consumed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externalLdap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Users and groups come from LDAP or AD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keycloakLocal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Keycloak manages local demo users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chart guide Identity Model.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combinations that matter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Provider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case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bundledKeycloak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externalLdap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shared dev and prod pattern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bundledKeycloak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keycloakLocal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Local auth-heavy smoke and demo pattern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externalOidc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externalLdap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Escape hatch when an external IdP exists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Supported Combinations.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apps use which browser boundary?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81360" cy="452628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Pattern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Trino UI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OIDC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Trino handles login itself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JupyterHub, Superset, DataHub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OIDC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app has its own OIDC client wiring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CloudBeaver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oauth2-proxy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Proxy owns browser sign-in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Prefect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oauth2-proxy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Proxy protects browser UI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browser access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oauth2-proxy plus browser proxy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Ranger Admin is not exposed directly as the main surface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Which Apps Use Direct OIDC.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platformHome is special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 constraint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launchpad UI and helper API rendered by templates/platform-home.yaml.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currently uses the Keycloak JavaScript adapter directly.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means platformHome requires bundled Keycloak today.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code lives inline in the template rather than files/platform-home/.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launchpad UI and helper API rendered by templates/platform-home.yaml.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Component Guide; chart guide restrictions.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local auth-heavy story is intentionally different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Smoke path identity shape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132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Keycloak is enabled.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Keycloak manages local users directly.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Ranger LDAP usersync is disabled.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Secrets are seeded by smoke-install.sh.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49640" y="1609344"/>
            <a:ext cx="73152" cy="4023360"/>
          </a:xfrm>
          <a:prstGeom prst="rect">
            <a:avLst/>
          </a:prstGeom>
          <a:solidFill>
            <a:srgbClr val="1B6E55">
              <a:alpha val="90000"/>
            </a:srgbClr>
          </a:solidFill>
          <a:ln w="12700">
            <a:solidFill>
              <a:srgbClr val="1B6E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0" y="187452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Keycloak is enabled.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manual Local Auth-Heavy Story.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checkpoint: classify an auth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54480"/>
            <a:ext cx="5349240" cy="4434840"/>
          </a:xfrm>
          <a:prstGeom prst="rect">
            <a:avLst/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/ prompts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Ask: provider mode or directory mode?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Ask: direct OIDC app or oauth2-proxy app?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Ask: browser login problem or backend authorization problem?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Then inspect values, validation output, generated client settings, and relevant app template.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331720"/>
            <a:ext cx="4251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developer place CloudBeaver, Trino UI, and platformHome on the right boundary?</a:t>
            </a:r>
            <a:endParaRPr lang="en-US" sz="1450" dirty="0"/>
          </a:p>
          <a:p>
            <a:r>
              <a:rPr lang="en-US" sz="14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they explain why a local auth smoke issue may involve seeded Secrets?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demo/checkpoint for live handover delivery.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landing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inheriting team should now be able 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separate provider mode from directory mode.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know which apps use direct OIDC versus proxy boundaries.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understand the platformHome bundled-Keycloak constraint.</a:t>
            </a:r>
            <a:endParaRPr lang="en-US" sz="1800" dirty="0"/>
          </a:p>
          <a:p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triage auth issues by boundary instead of by product name alone.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732520" y="1737360"/>
            <a:ext cx="2423160" cy="3246120"/>
          </a:xfrm>
          <a:prstGeom prst="rect">
            <a:avLst/>
          </a:prstGeom>
          <a:solidFill>
            <a:srgbClr val="EEF5F2"/>
          </a:solidFill>
          <a:ln w="12700">
            <a:solidFill>
              <a:srgbClr val="EE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34272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Leave-behind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34272" y="260604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PPTX notes as a presenter script and source-map.md as the reference trail.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05 / Identity And Browser Access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7040880" y="651967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 session wrap-up.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B6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Browser Access</dc:title>
  <dc:subject>DLH-in-a-box repository handover</dc:subject>
  <dc:creator>DLH-in-a-box maintainers</dc:creator>
  <cp:lastModifiedBy>DLH-in-a-box maintainers</cp:lastModifiedBy>
  <cp:revision>1</cp:revision>
  <dcterms:created xsi:type="dcterms:W3CDTF">2026-05-15T11:45:58Z</dcterms:created>
  <dcterms:modified xsi:type="dcterms:W3CDTF">2026-05-15T11:45:58Z</dcterms:modified>
</cp:coreProperties>
</file>