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04: Chart Internals, Values Contract, And Render Flow
Slide 01: Chart Internals, Values Contract, And Render Flow
Presenter script:
Open by saying: this is the hour where maintainers learn where not to edit as much as where to edit.
Source: Handover synthesis from published repository docs.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04: Chart Internals, Values Contract, And Render Flow
Slide 02: Session path
Presenter script:
The goal is not to memorize files. The goal is to understand the render path.
Source: Handover session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04: Chart Internals, Values Contract, And Render Flow
Slide 03: Chart source components
Presenter script:
This diagram is intentionally file-heavy. Use it as an ownership map rather than a runtime diagram.
Source: Source: IcePanel 04-chart-source-components.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04: Chart Internals, Values Contract, And Render Flow
Slide 04: Values drive validation, templates, and dependencies
Presenter script:
Explain that values.yaml is large because it has two jobs: local contract plus upstream pass-through.
Source: Source: charts/dlh-in-a-box/README.md Mermaid.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04: Chart Internals, Values Contract, And Render Flow
Slide 05: Read values.yaml by category
Presenter script:
This is the reading strategy maintainers should use before touching values.
Source: Source: chart guide, How Values Are Organized.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04: Chart Internals, Values Contract, And Render Flow
Slide 06: Umbrella templates coordinate the runtime
Presenter script:
Warn that the most behavior-heavy files are templates, not always separate application source files.
Source: Source: templates/_README.txt Mermaid.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04: Chart Internals, Values Contract, And Render Flow
Slide 07: Fail-fast validation lives in more than schema
Presenter script:
Make clear that schema validation is necessary but not sufficient.
Source: Source: manual Values Model And Render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04: Chart Internals, Values Contract, And Render Flow
Slide 08: Helm lookup makes upgrade renders different
Presenter script:
This is one of the subtle maintainer topics. Offline helm template is not always the same as an in-cluster upgrade.
Source: Source: manual Render-Time lookup Behavior.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04: Chart Internals, Values Contract, And Render Flow
Slide 09: Guided checkpoint: trace a values rule
Presenter script:
If running live, render-contract can take a little time. The teaching value is the positive versus negative contract distinction.
Source: Guided demo/checkpoint for live handover delivery.
Demo/checkpoint cue:
Treat this as optional live material. If time or tooling is unavailable, discuss the commands and expected reasoning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04: Chart Internals, Values Contract, And Render Flow
Slide 10: Behavior-heavy files worth reading first
Presenter script:
Tell maintainers to start from the guide, not from a full-tree search. The guide names the files that carry product behavior.
Source: Source: manual Component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04: Chart Internals, Values Contract, And Render Flow
Slide 11: Session 04 landing
Presenter script:
Preview session five: identity is the most cross-cutting part of that render flow.
Source: Handover session wrap-up.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520440" cy="6858000"/>
          </a:xfrm>
          <a:prstGeom prst="rect">
            <a:avLst/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20440" y="0"/>
            <a:ext cx="109728" cy="6858000"/>
          </a:xfrm>
          <a:prstGeom prst="rect">
            <a:avLst/>
          </a:prstGeom>
          <a:solidFill>
            <a:srgbClr val="1B6E55"/>
          </a:solidFill>
          <a:ln w="12700">
            <a:solidFill>
              <a:srgbClr val="1B6E55"/>
            </a:solidFill>
            <a:prstDash val="solid"/>
          </a:ln>
        </p:spPr>
      </p:sp>
      <p:pic>
        <p:nvPicPr>
          <p:cNvPr id="5" name="Image 0" descr="/Users/CV4/code/dlh-in-a-box-umbrella-helm-chart/docs/assets/dlh-in-a-box-ic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109728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29844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E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04 / How the chart works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1828800"/>
            <a:ext cx="2697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 Internals, Values Contract, And Render Flow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02920" y="5321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E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hour handover deck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568756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E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40-45 min narrative / 10-15 min checkpoint / 5 min Q&amp;A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977640" y="457200"/>
            <a:ext cx="7635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2D9">
                <a:alpha val="90000"/>
              </a:srgbClr>
            </a:solidFill>
            <a:prstDash val="solid"/>
          </a:ln>
        </p:spPr>
      </p:sp>
      <p:pic>
        <p:nvPicPr>
          <p:cNvPr id="11" name="Image 1" descr="/Users/CV4/code/dlh-in-a-box-umbrella-helm-chart/docs/architecture/icepanel/exports/dlh-in-a-box/png-light/04-chart-source-compon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8219" y="457200"/>
            <a:ext cx="4474082" cy="45262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60520" y="5230368"/>
            <a:ext cx="7178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chart is a shared contract plus umbrella-owned glue around upstream dependencies.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04 / Chart Internals, Values Contract, And Render Flow</a:t>
            </a:r>
            <a:endParaRPr lang="en-US" sz="650" dirty="0"/>
          </a:p>
        </p:txBody>
      </p:sp>
      <p:sp>
        <p:nvSpPr>
          <p:cNvPr id="14" name="Text 10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Handover synthesis from published repository docs.</a:t>
            </a:r>
            <a:endParaRPr lang="en-US" sz="650" dirty="0"/>
          </a:p>
        </p:txBody>
      </p:sp>
      <p:sp>
        <p:nvSpPr>
          <p:cNvPr id="15" name="Text 11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path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7276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hour covers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13232" y="2075688"/>
            <a:ext cx="347472" cy="347472"/>
          </a:xfrm>
          <a:prstGeom prst="ellipse">
            <a:avLst/>
          </a:prstGeom>
          <a:solidFill>
            <a:srgbClr val="EEF5F2"/>
          </a:solidFill>
          <a:ln w="12700">
            <a:solidFill>
              <a:srgbClr val="1B6E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14884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234440" y="205740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 layers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13232" y="2788920"/>
            <a:ext cx="347472" cy="347472"/>
          </a:xfrm>
          <a:prstGeom prst="ellipse">
            <a:avLst/>
          </a:prstGeom>
          <a:solidFill>
            <a:srgbClr val="EEF5F2"/>
          </a:solidFill>
          <a:ln w="12700">
            <a:solidFill>
              <a:srgbClr val="1B6E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86207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234440" y="277063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Values categories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13232" y="3502152"/>
            <a:ext cx="347472" cy="347472"/>
          </a:xfrm>
          <a:prstGeom prst="ellipse">
            <a:avLst/>
          </a:prstGeom>
          <a:solidFill>
            <a:srgbClr val="EEF5F2"/>
          </a:solidFill>
          <a:ln w="12700">
            <a:solidFill>
              <a:srgbClr val="1B6E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57530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234440" y="3483864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templates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13232" y="4215384"/>
            <a:ext cx="347472" cy="347472"/>
          </a:xfrm>
          <a:prstGeom prst="ellipse">
            <a:avLst/>
          </a:prstGeom>
          <a:solidFill>
            <a:srgbClr val="EEF5F2"/>
          </a:solidFill>
          <a:ln w="12700">
            <a:solidFill>
              <a:srgbClr val="1B6E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428853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234440" y="4197096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Lookup behavior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8641080" y="1627632"/>
            <a:ext cx="2560320" cy="3977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15400" y="1938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rhythm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15400" y="2487168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40-45 min narrative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10-15 min checkpoint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min Q&amp;A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915400" y="44348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Presenter notes carry the script and demo prompts.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04 / Chart Internals, Values Contract, And Render Flow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Handover session structure.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 source components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36192"/>
            <a:ext cx="69951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2D9">
                <a:alpha val="90000"/>
              </a:srgbClr>
            </a:solidFill>
            <a:prstDash val="solid"/>
          </a:ln>
        </p:spPr>
      </p:sp>
      <p:pic>
        <p:nvPicPr>
          <p:cNvPr id="7" name="Image 0" descr="/Users/CV4/code/dlh-in-a-box-umbrella-helm-chart/docs/architecture/icepanel/exports/dlh-in-a-box/png-light/04-chart-source-compon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0619" y="1536192"/>
            <a:ext cx="4474082" cy="4526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01000" y="1755648"/>
            <a:ext cx="30632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Chart.yaml and Chart.lock define packaged dependency state.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values.yaml and values.schema.json define the public input surface.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templates/ contains umbrella-owned behavior.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third_party/ and notices travel with packaged material.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04 / Chart Internals, Values Contract, And Render Flow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IcePanel 04-chart-source-components.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Values drive validation, templates, and dependencies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36192"/>
            <a:ext cx="69951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2D9">
                <a:alpha val="90000"/>
              </a:srgbClr>
            </a:solidFill>
            <a:prstDash val="solid"/>
          </a:ln>
        </p:spPr>
      </p:sp>
      <p:pic>
        <p:nvPicPr>
          <p:cNvPr id="7" name="Image 0" descr="/Users/CV4/code/dlh-in-a-box-umbrella-helm-chart/docs/handover/assets/mermaid/chartLog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23411"/>
            <a:ext cx="6995160" cy="29518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01000" y="1755648"/>
            <a:ext cx="30632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global.identity, global.authorization, global.storage, and global.dataCatalogs are cross-component contracts.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App-specific sections configure repo-owned wrappers.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Dependency sections pass through upstream chart values.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04 / Chart Internals, Values Contract, And Render Flow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charts/dlh-in-a-box/README.md Mermaid.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values.yaml by category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572768"/>
          <a:ext cx="10881360" cy="452628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905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Category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E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Examples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E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changes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E55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 contract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global.identity, global.authorization, global.storage, global.dataCatalogs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Cross-component behavior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Repo-owned apps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platformHome, cloudbeaver, auth proxy sections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Umbrella-specific logic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Dependency pass-through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keycloak, minio, superset, jupyterhub, datahub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Upstream chart configuration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Local subcharts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hive, hivePostgresql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First-party metastore behavior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04 / Chart Internals, Values Contract, And Render Flow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chart guide, How Values Are Organized.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Umbrella templates coordinate the runtime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36192"/>
            <a:ext cx="69951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2D9">
                <a:alpha val="90000"/>
              </a:srgbClr>
            </a:solidFill>
            <a:prstDash val="solid"/>
          </a:ln>
        </p:spPr>
      </p:sp>
      <p:pic>
        <p:nvPicPr>
          <p:cNvPr id="7" name="Image 0" descr="/Users/CV4/code/dlh-in-a-box-umbrella-helm-chart/docs/handover/assets/mermaid/template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76448"/>
            <a:ext cx="6995160" cy="28457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01000" y="1755648"/>
            <a:ext cx="30632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templates fail fast on unsupported combinations.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platformHome, CloudBeaver, Ranger, and DataHub helpers adapt upstream services.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 behavior is often where product assumptions live.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04 / Chart Internals, Values Contract, And Render Flow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templates/_README.txt Mermaid.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Fail-fast validation lives in more than schema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572768"/>
          <a:ext cx="10881360" cy="4526280"/>
        </p:xfrm>
        <a:graphic>
          <a:graphicData uri="http://schemas.openxmlformats.org/drawingml/2006/table">
            <a:tbl>
              <a:tblPr/>
              <a:tblGrid>
                <a:gridCol w="5440680"/>
                <a:gridCol w="5440680"/>
              </a:tblGrid>
              <a:tr h="11315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File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E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it blocks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E55"/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values.schema.json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Input shape and allowed structural forms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identity-validation.yaml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Unsupported identity modes, missing client wiring, app auth inconsistencies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governance-validation.yaml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Broken platform roles, incomplete governance metadata, unsafe authorization settings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04 / Chart Internals, Values Contract, And Render Flow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manual Values Model And Render Flow.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Helm lookup makes upgrade renders different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54480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Upgrade-sensitive behavior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71323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CloudBeaver can read existing Secrets for rollout checksums.</a:t>
            </a:r>
            <a:endParaRPr lang="en-US" sz="1700" dirty="0"/>
          </a:p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DataHub auth material is preserved across upgrades.</a:t>
            </a:r>
            <a:endParaRPr lang="en-US" sz="1700" dirty="0"/>
          </a:p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DataHub prerequisite compatibility can mirror existing MySQL Secrets.</a:t>
            </a:r>
            <a:endParaRPr lang="en-US" sz="1700" dirty="0"/>
          </a:p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Trino helpers can read existing S3 credentials for generated catalogs.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549640" y="1609344"/>
            <a:ext cx="73152" cy="4023360"/>
          </a:xfrm>
          <a:prstGeom prst="rect">
            <a:avLst/>
          </a:prstGeom>
          <a:solidFill>
            <a:srgbClr val="1B6E55">
              <a:alpha val="90000"/>
            </a:srgbClr>
          </a:solidFill>
          <a:ln w="12700">
            <a:solidFill>
              <a:srgbClr val="1B6E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15400" y="187452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CloudBeaver can read existing Secrets for rollout checksums.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04 / Chart Internals, Values Contract, And Render Flow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manual Render-Time lookup Behavior.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checkpoint: trace a values rule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554480"/>
            <a:ext cx="5349240" cy="4434840"/>
          </a:xfrm>
          <a:prstGeom prst="rect">
            <a:avLst/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745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E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Commands / prompts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233172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Open charts/dlh-in-a-box/values.yaml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Open charts/dlh-in-a-box/values.schema.json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Open charts/dlh-in-a-box/templates/identity-validation.yaml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Render one positive and one negative contract fixture with ./hack/render-contract.sh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46520" y="173736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 questions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0" y="2331720"/>
            <a:ext cx="42519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they explain whether a rule belongs in schema or a validation template?</a:t>
            </a:r>
            <a:endParaRPr lang="en-US" sz="1450" dirty="0"/>
          </a:p>
          <a:p>
            <a:r>
              <a:rPr lang="en-US" sz="14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they explain what a render-contract fixture is proving?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04 / Chart Internals, Values Contract, And Render Flow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demo/checkpoint for live handover delivery.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Behavior-heavy files worth reading first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572768"/>
          <a:ext cx="10881360" cy="4526280"/>
        </p:xfrm>
        <a:graphic>
          <a:graphicData uri="http://schemas.openxmlformats.org/drawingml/2006/table">
            <a:tbl>
              <a:tblPr/>
              <a:tblGrid>
                <a:gridCol w="5440680"/>
                <a:gridCol w="5440680"/>
              </a:tblGrid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Area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E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Start file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E55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platformHome launchpad and helper API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templates/platform-home.yaml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Ranger automation and audits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templates/ranger-automation.yaml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CloudBeaver bootstrap and trust behavior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templates/cloudbeaver.yaml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DataHub auth and prerequisite compatibility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templates/datahub-auth-secrets.yaml; datahub-prerequisites-compat.yaml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Ranger browser boundary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templates/ranger-browser-proxy.yaml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04 / Chart Internals, Values Contract, And Render Flow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manual Component Guide.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04 landing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0020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inheriting team should now be able to do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2148840"/>
            <a:ext cx="7498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can read values by ownership category.</a:t>
            </a:r>
            <a:endParaRPr lang="en-US" sz="1800" dirty="0"/>
          </a:p>
          <a:p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know schema is not the full validation story.</a:t>
            </a:r>
            <a:endParaRPr lang="en-US" sz="1800" dirty="0"/>
          </a:p>
          <a:p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can explain why lookup affects upgrade behavior.</a:t>
            </a:r>
            <a:endParaRPr lang="en-US" sz="1800" dirty="0"/>
          </a:p>
          <a:p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know the main behavior-heavy template entrypoints.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732520" y="1737360"/>
            <a:ext cx="2423160" cy="3246120"/>
          </a:xfrm>
          <a:prstGeom prst="rect">
            <a:avLst/>
          </a:prstGeom>
          <a:solidFill>
            <a:srgbClr val="EEF5F2"/>
          </a:solidFill>
          <a:ln w="12700">
            <a:solidFill>
              <a:srgbClr val="EEF5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34272" y="2057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Leave-behind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034272" y="260604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PPTX notes as a presenter script and source-map.md as the reference trail.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04 / Chart Internals, Values Contract, And Render Flow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Handover session wrap-up.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Wellcome Sanger Institute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Chart Internals, Values Contract, And Render Flow</dc:title>
  <dc:subject>DLH-in-a-box repository handover</dc:subject>
  <dc:creator>DLH-in-a-box maintainers</dc:creator>
  <cp:lastModifiedBy>DLH-in-a-box maintainers</cp:lastModifiedBy>
  <cp:revision>1</cp:revision>
  <dcterms:created xsi:type="dcterms:W3CDTF">2026-05-15T11:45:56Z</dcterms:created>
  <dcterms:modified xsi:type="dcterms:W3CDTF">2026-05-15T11:45:56Z</dcterms:modified>
</cp:coreProperties>
</file>