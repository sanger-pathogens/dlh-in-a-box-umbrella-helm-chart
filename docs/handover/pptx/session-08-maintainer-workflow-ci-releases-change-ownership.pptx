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08: Maintainer Workflow, CI, Releases, And Change Ownership
Slide 01: Maintainer Workflow, CI, Releases, And Change Ownership
Presenter script:
Open by framing this as the operational survival kit for the team after handover.
Source: Handover synthesis from published repository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08: Maintainer Workflow, CI, Releases, And Change Ownership
Slide 02: Session path
Presenter script:
The aim is to make future changes boring and reviewable.
Source: Handover session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08: Maintainer Workflow, CI, Releases, And Change Ownership
Slide 03: Validation automation
Presenter script:
This is the validation architecture. Session eight turns it into a maintainer routine.
Source: Source: IcePanel 08-chart-validation-automation.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08: Maintainer Workflow, CI, Releases, And Change Ownership
Slide 04: Local validation and CI flow
Presenter script:
Use this to discourage fixing CI by editing workflow YAML first. Usually debug the local script first.
Source: Source: manual Local Validation Flow Mermaid.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08: Maintainer Workflow, CI, Releases, And Change Ownership
Slide 05: Maintainer script flow
Presenter script:
Connect this to the recent CI fix pattern: docs-check caught missing guide files before Helm did anything interesting.
Source: Source: hack/README.md Mermaid.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08: Maintainer Workflow, CI, Releases, And Change Ownership
Slide 06: Main local commands
Presenter script:
This slide is a checklist, not a command tutorial. Use it to choose the smallest meaningful check.
Source: Source: manual Main Local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08: Maintainer Workflow, CI, Releases, And Change Ownership
Slide 07: GitHub workflow inventory
Presenter script:
Point out the trigger differences. Smoke is manual and cluster-based; lint is the normal PR gate.
Source: Source: .github/workflows/README.md Mermaid.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08: Maintainer Workflow, CI, Releases, And Change Ownership
Slide 08: Publish automation
Presenter script:
This is the release steward view. It matters less for every contributor, but maintainers must know the tag rule.
Source: Source: IcePanel 09-chart-publish-automation; workflows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08: Maintainer Workflow, CI, Releases, And Change Ownership
Slide 09: Dependency changes move together
Presenter script:
This is the antidote to partial dependency updates. Make the audience say the files that move together.
Source: Source: chart guide; charts guide; third_party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08: Maintainer Workflow, CI, Releases, And Change Ownership
Slide 10: Guided checkpoint: prepare a safe change
Presenter script:
Use three hypothetical changes: docs-only, governance rule, dependency version. Ask the team to pick files and checks.
Source: Guided demo/checkpoint for live handover delivery.
Demo/checkpoint cue:
Treat this as optional live material. If time or tooling is unavailable, discuss the commands and expected reasoning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08: Maintainer Workflow, CI, Releases, And Change Ownership
Slide 11: Session 08 landing
Presenter script:
Close the series by pointing back to docs/handover/source-map.md and the folder-local guides as the ongoing reference set.
Source: Handover session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0"/>
            <a:ext cx="109728" cy="6858000"/>
          </a:xfrm>
          <a:prstGeom prst="rect">
            <a:avLst/>
          </a:prstGeom>
          <a:solidFill>
            <a:srgbClr val="1B6E55"/>
          </a:solidFill>
          <a:ln w="12700">
            <a:solidFill>
              <a:srgbClr val="1B6E55"/>
            </a:solidFill>
            <a:prstDash val="solid"/>
          </a:ln>
        </p:spPr>
      </p:sp>
      <p:pic>
        <p:nvPicPr>
          <p:cNvPr id="5" name="Image 0" descr="/Users/CV4/code/dlh-in-a-box-umbrella-helm-chart/docs/assets/dlh-in-a-box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09728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984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/ Keeping the repo healthy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82880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Maintainer Workflow, CI, Releases, And Change Ownership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5321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hour handover deck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687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 / 10-15 min checkpoint / 5 min Q&amp;A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77640" y="457200"/>
            <a:ext cx="7635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11" name="Image 1" descr="/Users/CV4/code/dlh-in-a-box-umbrella-helm-chart/docs/architecture/icepanel/exports/dlh-in-a-box/png-light/08-chart-validation-autom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299337"/>
            <a:ext cx="7635240" cy="28420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5230368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maintainer habit is ownership first, local parity second, CI third.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/ Maintainer Workflow, CI, Releases, And Change Ownership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synthesis from published repository docs.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path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hour covers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075688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488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ownership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2788920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6207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234440" y="27706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validation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3232" y="3502152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753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234440" y="34838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parity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13232" y="4215384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8853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234440" y="419709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and release flow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641080" y="1627632"/>
            <a:ext cx="2560320" cy="3977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rhythm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2487168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10-15 min checkpoint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Q&amp;A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4434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notes carry the script and demo prompts.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/ Maintainer Workflow, CI, Releases, And Change Ownership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structure.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automation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architecture/icepanel/exports/dlh-in-a-box/png-light/08-chart-validation-auto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97455"/>
            <a:ext cx="6995160" cy="26037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refresh, docs checks, lint, render-contract, template, package, and smoke paths cover different risks.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Render-contract checks prove both allowed and disallowed settings.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install is separate because it needs a disposable cluster.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/ Maintainer Workflow, CI, Releases, And Change Ownership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08-chart-validation-automation.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validation and CI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validation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657" y="1536192"/>
            <a:ext cx="4434006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scripts are the source of CI parity.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helm-lint workflow refreshes deps, lints, renders, and packages.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workflow validates the auth-heavy cluster path.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workflow packages and pushes release artifacts.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/ Maintainer Workflow, CI, Releases, And Change Ownership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Local Validation Flow Mermaid.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Maintainer script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script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18198"/>
            <a:ext cx="6995160" cy="41622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hack/lint.sh is the main local validation entrypoint.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docs-check enforces guide coverage, links, and Mermaid validity.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render-contract catches both positive renders and expected failures.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and smoke-install cover release and cluster integration concerns.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/ Maintainer Workflow, CI, Releases, And Change Ownership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hack/README.md Mermaid.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local commands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Command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proves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./hack/helm-dependency-update.sh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Chart.lock and packaged archives match Chart.yaml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./hack/docs-check.sh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Guide coverage, local links, and Mermaid diagrams validate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./hack/render-contract.sh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Supported renders succeed and unsafe values fail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./hack/lint.sh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 local validation path passes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./hack/template.sh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Maintained example overlays render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./hack/package.sh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chart can be packaged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./hack/smoke-install.sh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Auth-heavy local path installs and becomes ready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/ Maintainer Workflow, CI, Releases, And Change Ownership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Main Local Commands.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workflow inventory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workflow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54586"/>
            <a:ext cx="6995160" cy="28894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PRs and main pushes run the lint workflow.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install is manual workflow_dispatch.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and version tags can publish packages.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Workflows intentionally call local scripts.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/ Maintainer Workflow, CI, Releases, And Change Ownership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.github/workflows/README.md Mermaid.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automation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architecture/icepanel/exports/dlh-in-a-box/png-light/09-chart-publish-auto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86838"/>
            <a:ext cx="6995160" cy="24249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step builds versioned chart archives.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push publishes to GHCR.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pushes produce prerelease-style versions.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vX.Y.Z tags publish stable versions only when Chart.yaml matches.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/ Maintainer Workflow, CI, Releases, And Change Ownership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09-chart-publish-automation; workflows guide.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changes move together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 this changes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Move these together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Chart.yaml dependency 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Chart.lock and packaged archives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Bundled third-party material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THIRD_PARTY_NOTICES.md and third_party provenance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Vendored Trino source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Patch-point docs and validation fixtures as needed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Validation rule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Examples and render-contract fixtures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/ Maintainer Workflow, CI, Releases, And Change Ownership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chart guide; charts guide; third_party guide.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checkpoint: prepare a safe change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54480"/>
            <a:ext cx="5349240" cy="443484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/ prompts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Identify the ownership boundary first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Choose the narrowest validation command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Run ./hack/lint.sh before opening or updating a PR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 smoke-install only for auth-heavy integrated runtime changes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questions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331720"/>
            <a:ext cx="4251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developer pick a check for a docs-only change?</a:t>
            </a:r>
            <a:endParaRPr lang="en-US" sz="1450" dirty="0"/>
          </a:p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pick a check for a values validation change?</a:t>
            </a:r>
            <a:endParaRPr lang="en-US" sz="1450" dirty="0"/>
          </a:p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describe when a dependency update is incomplete?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/ Maintainer Workflow, CI, Releases, And Change Ownership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demo/checkpoint for live handover delivery.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landing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inheriting team should now be able to 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make an ownership decision before editing.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choose local checks with CI parity.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know which files move together for dependency and release changes.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have a complete map for maintaining the repository after handover.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32520" y="1737360"/>
            <a:ext cx="2423160" cy="3246120"/>
          </a:xfrm>
          <a:prstGeom prst="rect">
            <a:avLst/>
          </a:prstGeom>
          <a:solidFill>
            <a:srgbClr val="EEF5F2"/>
          </a:solidFill>
          <a:ln w="12700">
            <a:solidFill>
              <a:srgbClr val="EE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34272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Leave-behind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34272" y="26060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PPTX notes as a presenter script and source-map.md as the reference trail.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 / Maintainer Workflow, CI, Releases, And Change Ownership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wrap-up.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Wellcome Sanger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Maintainer Workflow, CI, Releases, And Change Ownership</dc:title>
  <dc:subject>DLH-in-a-box repository handover</dc:subject>
  <dc:creator>DLH-in-a-box maintainers</dc:creator>
  <cp:lastModifiedBy>DLH-in-a-box maintainers</cp:lastModifiedBy>
  <cp:revision>1</cp:revision>
  <dcterms:created xsi:type="dcterms:W3CDTF">2026-05-15T11:46:02Z</dcterms:created>
  <dcterms:modified xsi:type="dcterms:W3CDTF">2026-05-15T11:46:02Z</dcterms:modified>
</cp:coreProperties>
</file>