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01: Query, Storage, Metadata, And App Runtime
Presenter script:
Open with the values key. If maintainers understand global.dataCatalogs, much of the data plane becomes easier.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02: Session path
Presenter script:
This session is where runtime architecture connects to the chart's deepest local patch points.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03: Data path from values to consumers
Presenter script:
This is the main data-plane diagram. Walk from left to right: inputs, generated paths, storage backends, consumers.
Source: Source: manual Data Path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04: Runtime data, analysis, and orchestration
Presenter script:
Use this to show how operational workloads and human tools both meet at the data plane.
Source: Source: IcePanel 11-runtime-data-analysis-orchestration.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05: Hive local subchart
Presenter script:
Stress ownership: Hive is not just an upstream archive here; it is a first-party subchart.
Source: Source: IcePanel 07-hive-metastore-local-subchart.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06: Hive flow from catalog input to metastore runtime
Presenter script:
This diagram is more implementation-adjacent than the IcePanel view. It is useful when changing the subchart.
Source: Source: Hive subchart README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07: Vendored Trino chart patch points
Presenter script:
This is where the ownership boundary matters most. Do not edit nearby upstream files casually.
Source: Source: IcePanel 06-vendored-trino-chart.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08: Trino patch model
Presenter script:
Link this directly to the patch-point files listed in the Trino guide.
Source: Source: Trino template patch guide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09: Storage modes
Presenter script:
This table brings sessions four and seven together: storage is both a values decision and an upgrade-time lookup concern.
Source: Source: manual Storage Modes and lookup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10: Where DataHub fits
Presenter script:
This corrects a common architecture overread: DataHub is optional and deployment-controlled in this chart.
Source: Source: manual Where DataHub Fits; chart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11: Guided checkpoint: trace a catalog
Presenter script:
This is the core implementation handover for the data plane. Encourage maintainers to trace one concrete catalog, not every catalog.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07: Query, Storage, Metadata, And App Runtime
Slide 12: Session 07 landing
Presenter script:
Preview session eight: the final handover is how to maintain, validate, and release the repo safely.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Data plane and surrounding tools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Query, Storage, Metadata, And App Runtime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11-runtime-data-analysis-orchest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0"/>
            <a:ext cx="4526280" cy="4526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global.dataCatalogs is the shared input that becomes Hive resources, Trino catalogs, governance validation, and Ranger policy inputs.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path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 subchart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patch points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modes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13232" y="4928616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00176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234440" y="49103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apps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path from values to consumers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data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5854"/>
            <a:ext cx="6995160" cy="43469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Catalogs drive Hive configuration and Trino catalog secrets.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settings wire Hive and Trino to MinIO or external S3.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metadata also feeds validation and access configuration.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consume data through Trino rather than each inventing a separate path.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Data Path Diagram.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data, analysis, and orchestration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11-runtime-data-analysis-orche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536192"/>
            <a:ext cx="452628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Prefect workers run pipelines and can submit Spark jobs.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queries data and registers/transforms tables.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CloudBeaver, JupyterHub, and Superset query through Trino.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DataHub is optional discovery, not the query engine.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11-runtime-data-analysis-orchestration.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 local subchart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7-hive-metastore-local-sub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56650"/>
            <a:ext cx="6995160" cy="26853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Hive subchart is fully repo-owned.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render one metastore service and deployment per catalog.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owns metastore config, database credentials, object storage credentials, and schema initialization.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07-hive-metastore-local-subchart.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 flow from catalog input to metastore runtime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hive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6188"/>
            <a:ext cx="6995160" cy="3306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iteration is the core pattern.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wiring supports MinIO or S3.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backs metastore state.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initialization can happen through init containers and hook jobs.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Hive subchart README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Vendored Trino chart patch points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6-vendored-trino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97455"/>
            <a:ext cx="6995160" cy="26037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of the Trino chart is upstream material.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patch points generate catalogs, access-control config, secret mounts, and identity wiring.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 and worker deployments consume the generated settings.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06-vendored-trino-chart.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patch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trino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83742"/>
            <a:ext cx="6995160" cy="3231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Helpers support catalog, access-control, coordinator, and worker rendering.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catalog config comes from global.dataCatalogs and storage settings.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 can be file-based or Ranger-backed.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Trino template patch guide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modes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changes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Maintainer concern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MinIO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 deploys in-cluster S3-compatible storage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local default; not a production secret story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S3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Hive and Trino point at an existing backend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Needs real endpoint, credentials, TLS, and governance context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Secret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Generated catalogs may read credentials via lookup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Offline render and in-cluster upgrade can differ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Storage Modes and lookup behavior.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DataHub fits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discovery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DataHub is not Trino and not Hive Metastore.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role here is metadata discovery and search.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carries compatibility templates for auth and prerequisite secret/service shape.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Deployments decide whether DataHub is part of their runtime.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DataHub is not Trino and not Hive Metastore.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Where DataHub Fits; chart guide.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trace a catalog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 global.dataCatalogs in charts/dlh-in-a-box/values.yaml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Follow it to Hive templates under charts/dlh-in-a-box/charts/hive/templates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Follow it to Trino catalog rendering under charts/dlh-in-a-box/charts/trino/templates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 which example overlays enable MinIO or external S3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developer name the generated Hive and Trino outputs?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how storage mode changes both paths?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trace global.dataCatalogs through runtime resources.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understand why Hive is first-party and Trino is vendored with patch points.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place DataHub and analysis apps around, not inside, the core query path.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 / Query, Storage, Metadata, And App Runtime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Query, Storage, Metadata, And App Runtime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2026-05-15T11:46:00Z</dcterms:created>
  <dcterms:modified xsi:type="dcterms:W3CDTF">2026-05-15T11:46:00Z</dcterms:modified>
</cp:coreProperties>
</file>