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01: Repository Orientation And Product Mental Model
Presenter script:
Open by framing this as the first hour for developers who have never touched the work.
The core handover message: they are inheriting a packaging and integration surface for a data lakehouse runtime.
Point out that this series stays inside the published repository surface.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02: Session path
Presenter script:
Set expectations: this is not a Kubernetes or Helm basics class.
The goal is to give maintainers a map they can use when incidents or change requests arrive.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03: The one-sentence product story
Presenter script:
Do not start with the component list. Start with the decision this repo removes: teams do not wire every product together from scratch.
Emphasize that the repository is valuable because the integration decisions are encoded and testable.
Source: Source: root README; manual, What This Repository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04: Repo shape: source, examples, scripts, guides
Presenter script:
Use the diagram as the first mental map. The left side is repository material; the right side is what the chart can assemble.
Tell the audience that every later deck is a zoom into one part of this map.
Source: Source: README.md Mermaid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05: Context: product, consumer repo, runtime
Presenter script:
This is the handover's most important distinction: chart product versus runtime instance.
If a future question mentions Sanger or icddr,b specifics, ask whether it belongs here or in a consumer deployment repository.
Source: Source: IcePanel 01-context.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06: What this repo is and is not
Presenter script:
Read this slide slowly. Many future mistakes come from assuming the chart owns infrastructure or policy decisions that it deliberately does not own.
Source: Source: README.md; manual boundary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07: First success is deliberately small
Presenter script:
This corrects a common newcomer trap. make local-install currently points at the auth-heavy local profile.
The handover audience should know both paths, but only one is the first manual success path.
Source: Source: README.md; manual One True First-Success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08: Guided checkpoint: orient a new maintainer
Presenter script:
Do not require a live cluster for this checkpoint. The purpose is orientation and confidence.
If running live, stop after render/lint unless you intentionally want a cluster install.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09: If you need to change X, start here
Presenter script:
This is not a complete change map, just the triage version for session one.
Reinforce the habit: find ownership first, then edit.
Source: Source: README.md; manual Contributor Change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01: Repository Orientation And Product Mental Model
Slide 10: Session 01 landing
Presenter script:
Close by previewing session two: the architecture model turns this orientation into a more precise runtime and packaging map.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DLH-in-a-box handover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Orientation And Product Mental Model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01-con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029983"/>
            <a:ext cx="7635240" cy="33807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is a reusable umbrella chart product, not a deployment repository or cluster bootstrap kit.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boundary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shape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First-success path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change things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one-sentence product story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repository publishes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Helm chart named dlh-in-a-box.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install surface for login, query services, storage, browser tools, and access control.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chart product consumed by institution-specific deployment repositories.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set of examples, scripts, and docs that define the supported operating lanes.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Helm chart named dlh-in-a-box.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root README; manual, What This Repository Is For.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shape: source, examples, scripts, guides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repoSh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116"/>
            <a:ext cx="6995160" cy="3026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is the deployable product.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document supported install shapes.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 and workflows keep local and CI validation aligned.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Guides explain ownership at the directory boundary.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 Mermaid diagram.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product, consumer repo, runtime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1-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50681"/>
            <a:ext cx="6995160" cy="30973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 prepare institutional configuration.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repos select chart versions and provide settings.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defines a generic lakehouse runtime.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experience the deployed runtime, not this source repo directly.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01-context.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repo is and is not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is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is not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Helm umbrella chart product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cluster bootstrap toolkit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reproducible package of upstream and local chart material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replacement for upstream product documentation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values contract plus examples and validation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source of real production secrets or DNS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maintainer workflow with CI parity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institution's governance approval process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README.md; manual boundary sections.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success is deliberately small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newcomer path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examples/values-local.yaml.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 dependencies before rendering or installing.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make smoke-install only when validating auth-heavy behavior.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values-local-auth.yaml as the smoke profile, not the easiest manual start.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examples/values-local.yaml.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README.md; manual One True First-Success Path.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orient a new maintainer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./hack/helm-dependency-update.sh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template dlh charts/dlh-in-a-box -f examples/values-local.yaml &gt;/tmp/dlh-local.yaml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helm lint charts/dlh-in-a-box -f examples/values-local.yaml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say which files explain the install path?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why smoke-install is a stronger but heavier path?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find the chart guide and template guide without searching randomly?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need to change X, start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 request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 with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 metadata, dependency list, publish 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charts/dlh-in-a-box/Chart.yaml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defaults or public values contract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charts/dlh-in-a-box/values.yaml and values.schema.json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Supported install profile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examples/*.yaml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validation or smoke behavior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hack/*.sh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or release behavior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.github/workflows/*.yaml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README.md; manual Contributor Change Map.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describe the repo in one sentence.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distinguish chart product from deployed runtime.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the safest first manual path.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have a first lookup map for future changes.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/ Repository Orientation And Product Mental Model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 Orientation And Product Mental Model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2026-05-15T11:45:53Z</dcterms:created>
  <dcterms:modified xsi:type="dcterms:W3CDTF">2026-05-15T11:45:53Z</dcterms:modified>
</cp:coreProperties>
</file>