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03: Install Profiles And First Successful Deployment
Slide 01: Install Profiles And First Successful Deployment
Presenter script:
Open by explaining that many problems are caused by starting with the wrong values file.
Source: Handover synthesis from published repository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03: Install Profiles And First Successful Deployment
Slide 02: Session path
Presenter script:
This session should leave developers able to pick an overlay before running Helm.
Source: Handover session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03: Install Profiles And First Successful Deployment
Slide 03: Prerequisites are operational, not optional
Presenter script:
Stress current kube context. Many apparent chart failures are actually wrong-context failures.
Source: Source: manual Prerequisites.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03: Install Profiles And First Successful Deployment
Slide 04: Example files fall into two classes
Presenter script:
This is the main teaching diagram for the session. Talk through local, shared, and specialist columns.
Source: Source: examples/README.md Mermaid.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03: Install Profiles And First Successful Deployment
Slide 05: Which profile should I start with?
Presenter script:
Use this as a decision table. Keep the key caveat visible: local-auth is not the easiest first manual profile.
Source: Source: examples/README.md.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03: Install Profiles And First Successful Deployment
Slide 06: The first manual path is intentionally smaller
Presenter script:
The point is not to prove every feature. The point is to get a known-good local release with the least identity complexity.
Source: Source: examples/README.md; manual first-success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03: Install Profiles And First Successful Deployment
Slide 07: The smoke path is intentionally stronger
Presenter script:
The smoke path validates integration that simple local installs deliberately skip.
Source: Source: README.md; hack/smoke-install.sh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03: Install Profiles And First Successful Deployment
Slide 08: Secrets and inputs by profile class
Presenter script:
Connect this slide to the security check. The repo enforces that non-local examples stay free of inline sensitive values.
Source: Source: examples/README.md; security-check.sh.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03: Install Profiles And First Successful Deployment
Slide 09: Guided checkpoint: choose and render a profile
Presenter script:
This demo is safe without a cluster. If rendering shared profiles fails, discuss missing external inputs rather than treating it as a chart defect.
Source: Guided demo/checkpoint for live handover delivery.
Demo/checkpoint cue:
Treat this as optional live material. If time or tooling is unavailable, discuss the commands and expected reasoning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03: Install Profiles And First Successful Deployment
Slide 10: Common first-time failures
Presenter script:
This is a practical incident slide. Encourage maintainers to ask these four questions before diving into templates.
Source: Source: README.md; manual Troubleshooting.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03: Install Profiles And First Successful Deployment
Slide 11: Session 03 landing
Presenter script:
Preview session four: next we open the chart internals that make these profiles render into resources.
Source: Handover session wrap-up.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520440" cy="6858000"/>
          </a:xfrm>
          <a:prstGeom prst="rect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20440" y="0"/>
            <a:ext cx="109728" cy="6858000"/>
          </a:xfrm>
          <a:prstGeom prst="rect">
            <a:avLst/>
          </a:prstGeom>
          <a:solidFill>
            <a:srgbClr val="1B6E55"/>
          </a:solidFill>
          <a:ln w="12700">
            <a:solidFill>
              <a:srgbClr val="1B6E55"/>
            </a:solidFill>
            <a:prstDash val="solid"/>
          </a:ln>
        </p:spPr>
      </p:sp>
      <p:pic>
        <p:nvPicPr>
          <p:cNvPr id="5" name="Image 0" descr="/Users/CV4/code/dlh-in-a-box-umbrella-helm-chart/docs/assets/dlh-in-a-box-ic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09728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984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03 / Values overlays and first success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828800"/>
            <a:ext cx="2697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Profiles And First Successful Deployment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02920" y="5321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hour handover deck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56875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40-45 min narrative / 10-15 min checkpoint / 5 min Q&amp;A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77640" y="457200"/>
            <a:ext cx="7635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11" name="Image 1" descr="/Users/CV4/code/dlh-in-a-box-umbrella-helm-chart/docs/handover/assets/mermaid/profil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956687"/>
            <a:ext cx="7635240" cy="352730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5230368"/>
            <a:ext cx="7178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 are not samples in a bag; they are the documented install profiles the repo maintains.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03 / Install Profiles And First Successful Deployment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 synthesis from published repository docs.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path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727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hour covers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" y="2075688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4884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234440" y="20574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Prerequisites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13232" y="2788920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86207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234440" y="27706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taxonomy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13232" y="3502152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57530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234440" y="348386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versus shared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13232" y="4215384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28853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234440" y="419709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checkpoints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8641080" y="1627632"/>
            <a:ext cx="2560320" cy="3977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rhythm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15400" y="2487168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40-45 min narrative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10-15 min checkpoint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Q&amp;A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15400" y="4434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 notes carry the script and demo prompts.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03 / Install Profiles And First Successful Deployment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 session structure.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Prerequisites are operational, not optional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any install path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7132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Kubernetes cluster and current kubectl context.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 installed; CI currently uses Helm v3.12.0.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Enough cluster capacity for several services and jobs.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and kind only when using the disposable local path or Mermaid rendering.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549640" y="1609344"/>
            <a:ext cx="73152" cy="4023360"/>
          </a:xfrm>
          <a:prstGeom prst="rect">
            <a:avLst/>
          </a:prstGeom>
          <a:solidFill>
            <a:srgbClr val="1B6E55">
              <a:alpha val="90000"/>
            </a:srgbClr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0" y="18745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Kubernetes cluster and current kubectl context.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03 / Install Profiles And First Successful Deployment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manual Prerequisites.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files fall into two classes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6995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7" name="Image 0" descr="/Users/CV4/code/dlh-in-a-box-umbrella-helm-chart/docs/handover/assets/mermaid/profil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83530"/>
            <a:ext cx="6995160" cy="32316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755648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profiles are meant to stand alone.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Specialist overlays modify one concern and must be layered after a base profile.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profiles can carry disposable credentials.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profiles expect real DNS, TLS, secrets, and identity inputs.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03 / Install Profiles And First Successful Deployment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examples/README.md Mermaid.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profile should I start with?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72768"/>
          <a:ext cx="10881360" cy="452628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Profile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 when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Caveat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values-local.yaml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Fastest local first success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Does not test browser auth flows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values-local-auth.yaml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Smoke test login, proxies, Ranger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 make smoke-install normally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values-dev.yaml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development baseline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Needs real hostnames, secrets, LDAP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values-prod.yaml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Production-shaped baseline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Still not turnkey production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values-shared-auth.yaml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External OIDC exists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Does not bundle Keycloak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03 / Install Profiles And First Successful Deployment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examples/README.md.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manual path is intentionally smaller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values-local.yaml proves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7132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Trino plus Hive plus MinIO wiring.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Prefect server and worker local setup.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Spark Operator and Vault defaults.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rendering and install flow without browser SSO complexity.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549640" y="1609344"/>
            <a:ext cx="73152" cy="4023360"/>
          </a:xfrm>
          <a:prstGeom prst="rect">
            <a:avLst/>
          </a:prstGeom>
          <a:solidFill>
            <a:srgbClr val="1B6E55">
              <a:alpha val="90000"/>
            </a:srgbClr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0" y="18745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Trino plus Hive plus MinIO wiring.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03 / Install Profiles And First Successful Deployment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examples/README.md; manual first-success path.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smoke path is intentionally stronger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values-local-auth.yaml proves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7132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Bundled Keycloak with local demo users.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OIDC client wiring and oauth2-proxy entrypoints.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Ranger bootstrap and local-user sync.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platformHome launchpad and protected app access.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549640" y="1609344"/>
            <a:ext cx="73152" cy="4023360"/>
          </a:xfrm>
          <a:prstGeom prst="rect">
            <a:avLst/>
          </a:prstGeom>
          <a:solidFill>
            <a:srgbClr val="1B6E55">
              <a:alpha val="90000"/>
            </a:srgbClr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0" y="18745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Bundled Keycloak with local demo users.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03 / Install Profiles And First Successful Deployment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README.md; hack/smoke-install.sh guide.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 and inputs by profile class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72768"/>
          <a:ext cx="10881360" cy="452628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Class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Secret posture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Maintainer habit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Disposable local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Inline demo values may exist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Keep them local-only and documented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Auth-heavy smoke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Script seeds demo Secrets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 not run plain Helm and expect success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dev/prod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External secret delivery expected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Never add inline real secrets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Specialist storage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Inherits base auth and app shape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Layer after the full profile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03 / Install Profiles And First Successful Deployment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examples/README.md; security-check.sh.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checkpoint: choose and render a profile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54480"/>
            <a:ext cx="5349240" cy="4434840"/>
          </a:xfrm>
          <a:prstGeom prst="rect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745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Commands / prompts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./hack/helm-dependency-update.sh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template dlh charts/dlh-in-a-box -f examples/values-local.yaml &gt;/tmp/dlh-local.yaml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template dlh charts/dlh-in-a-box -f examples/values-dev.yaml -f examples/values-external-s3.yaml &gt;/tmp/dlh-dev-s3.yaml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46520" y="17373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questions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2331720"/>
            <a:ext cx="42519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they explain which one is standalone and which one is layered?</a:t>
            </a:r>
            <a:endParaRPr lang="en-US" sz="1450" dirty="0"/>
          </a:p>
          <a:p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they name what the local render proves and what it skips?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03 / Install Profiles And First Successful Deployment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demo/checkpoint for live handover delivery.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first-time failures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failures have a short cause list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7132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Dependencies or Chart.lock are stale.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kubectl points at the wrong cluster.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cluster is too small for the chosen profile.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auth-heavy local profile was run without the smoke script's demo Secrets.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549640" y="1609344"/>
            <a:ext cx="73152" cy="4023360"/>
          </a:xfrm>
          <a:prstGeom prst="rect">
            <a:avLst/>
          </a:prstGeom>
          <a:solidFill>
            <a:srgbClr val="1B6E55">
              <a:alpha val="90000"/>
            </a:srgbClr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0" y="18745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Dependencies or Chart.lock are stale.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03 / Install Profiles And First Successful Deployment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README.md; manual Troubleshooting.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03 landing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inheriting team should now be able to 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2148840"/>
            <a:ext cx="7498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can choose the right values file for a goal.</a:t>
            </a:r>
            <a:endParaRPr lang="en-US" sz="1800" dirty="0"/>
          </a:p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know full profiles versus specialist overlays.</a:t>
            </a:r>
            <a:endParaRPr lang="en-US" sz="1800" dirty="0"/>
          </a:p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understand why first-success and smoke paths are different.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732520" y="1737360"/>
            <a:ext cx="2423160" cy="3246120"/>
          </a:xfrm>
          <a:prstGeom prst="rect">
            <a:avLst/>
          </a:prstGeom>
          <a:solidFill>
            <a:srgbClr val="EEF5F2"/>
          </a:solidFill>
          <a:ln w="12700">
            <a:solidFill>
              <a:srgbClr val="EEF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34272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Leave-behind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34272" y="260604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PPTX notes as a presenter script and source-map.md as the reference trail.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03 / Install Profiles And First Successful Deployment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 session wrap-up.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Wellcome Sanger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 Profiles And First Successful Deployment</dc:title>
  <dc:subject>DLH-in-a-box repository handover</dc:subject>
  <dc:creator>DLH-in-a-box maintainers</dc:creator>
  <cp:lastModifiedBy>DLH-in-a-box maintainers</cp:lastModifiedBy>
  <cp:revision>1</cp:revision>
  <dcterms:created xsi:type="dcterms:W3CDTF">2026-05-15T11:45:55Z</dcterms:created>
  <dcterms:modified xsi:type="dcterms:W3CDTF">2026-05-15T11:45:55Z</dcterms:modified>
</cp:coreProperties>
</file>