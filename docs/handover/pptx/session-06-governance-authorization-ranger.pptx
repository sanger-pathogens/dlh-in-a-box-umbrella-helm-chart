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06: Governance, Authorization, And Ranger
Slide 01: Governance, Authorization, And Ranger
Presenter script:
Open with the subtlety: Ranger enabled does not automatically mean Trino queries are authorized by the Ranger plugin.
Source: Handover synthesis from published repository docs.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06: Governance, Authorization, And Ranger
Slide 02: Session path
Presenter script:
This session is partly about terminology. Use precise language throughout.
Source: Handover session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06: Governance, Authorization, And Ranger
Slide 03: Governance is part of the chart contract
Presenter script:
Explain that these are institution-shaped concepts encoded by current chart validation, not generic Helm ideas.
Source: Source: manual Governance Concepts.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06: Governance, Authorization, And Ranger
Slide 04: Core authorization values
Presenter script:
This table anchors the rest of the session in the values contract.
Source: Source: chart guide Governance And Authorization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06: Governance, Authorization, And Ranger
Slide 05: Governance validation prevents unsafe combinations
Presenter script:
Do not present this as an exhaustive code listing. Present it as the shape of safety rails maintainers must preserve.
Source: Source: manual What The Governance Validation Layer Enforces.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06: Governance, Authorization, And Ranger
Slide 06: Ranger automation flow
Presenter script:
This is one of the behavior-heavy template areas. Connect it to templates/ranger-automation.yaml.
Source: Source: manual Ranger Automation Flow Mermaid.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06: Governance, Authorization, And Ranger
Slide 07: Where authorization actually happens
Presenter script:
This is the key slide. Say it twice: Ranger as governance admin and Ranger as Trino query-time enforcement are related but not identical.
Source: Source: manual Trino And Ranger Control Matrix.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06: Governance, Authorization, And Ranger
Slide 08: Ranger templates are behavior-heavy
Presenter script:
Use this as an ownership handoff. These files need careful review when access behavior changes.
Source: Source: manual Component Guide; templates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06: Governance, Authorization, And Ranger
Slide 09: Guided checkpoint: diagnose 'Ranger is enabled but Trino still uses file rules'
Presenter script:
This checkpoint should become a stock troubleshooting playbook for future maintainers.
Source: Guided demo/checkpoint for live handover delivery.
Demo/checkpoint cue:
Treat this as optional live material. If time or tooling is unavailable, discuss the commands and expected reasoning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06: Governance, Authorization, And Ranger
Slide 10: Session 06 landing
Presenter script:
Preview session seven: now follow the actual query, storage, and metadata path.
Source: Handover session wrap-up.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520440" cy="6858000"/>
          </a:xfrm>
          <a:prstGeom prst="rect">
            <a:avLst/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20440" y="0"/>
            <a:ext cx="109728" cy="6858000"/>
          </a:xfrm>
          <a:prstGeom prst="rect">
            <a:avLst/>
          </a:prstGeom>
          <a:solidFill>
            <a:srgbClr val="1B6E55"/>
          </a:solidFill>
          <a:ln w="12700">
            <a:solidFill>
              <a:srgbClr val="1B6E55"/>
            </a:solidFill>
            <a:prstDash val="solid"/>
          </a:ln>
        </p:spPr>
      </p:sp>
      <p:pic>
        <p:nvPicPr>
          <p:cNvPr id="5" name="Image 0" descr="/Users/CV4/code/dlh-in-a-box-umbrella-helm-chart/docs/assets/dlh-in-a-box-ic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109728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29844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E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06 / Roles, policies, and enforcement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1828800"/>
            <a:ext cx="2697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Governance, Authorization, And Ranger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02920" y="5321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E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hour handover deck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56875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E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40-45 min narrative / 10-15 min checkpoint / 5 min Q&amp;A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977640" y="457200"/>
            <a:ext cx="7635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2D9">
                <a:alpha val="90000"/>
              </a:srgbClr>
            </a:solidFill>
            <a:prstDash val="solid"/>
          </a:ln>
        </p:spPr>
      </p:sp>
      <p:pic>
        <p:nvPicPr>
          <p:cNvPr id="11" name="Image 1" descr="/Users/CV4/code/dlh-in-a-box-umbrella-helm-chart/docs/handover/assets/mermaid/rangerAutom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569494"/>
            <a:ext cx="7635240" cy="43016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60520" y="5230368"/>
            <a:ext cx="7178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Ranger can exist as a governance service even when Trino is still authorized by generated file rules.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06 / Governance, Authorization, And Ranger</a:t>
            </a:r>
            <a:endParaRPr lang="en-US" sz="650" dirty="0"/>
          </a:p>
        </p:txBody>
      </p:sp>
      <p:sp>
        <p:nvSpPr>
          <p:cNvPr id="14" name="Text 10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Handover synthesis from published repository docs.</a:t>
            </a:r>
            <a:endParaRPr lang="en-US" sz="650" dirty="0"/>
          </a:p>
        </p:txBody>
      </p:sp>
      <p:sp>
        <p:nvSpPr>
          <p:cNvPr id="15" name="Text 11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path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727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hour covers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3232" y="2075688"/>
            <a:ext cx="347472" cy="347472"/>
          </a:xfrm>
          <a:prstGeom prst="ellipse">
            <a:avLst/>
          </a:prstGeom>
          <a:solidFill>
            <a:srgbClr val="EEF5F2"/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14884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234440" y="205740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concepts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13232" y="2788920"/>
            <a:ext cx="347472" cy="347472"/>
          </a:xfrm>
          <a:prstGeom prst="ellipse">
            <a:avLst/>
          </a:prstGeom>
          <a:solidFill>
            <a:srgbClr val="EEF5F2"/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86207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234440" y="277063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rules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13232" y="3502152"/>
            <a:ext cx="347472" cy="347472"/>
          </a:xfrm>
          <a:prstGeom prst="ellipse">
            <a:avLst/>
          </a:prstGeom>
          <a:solidFill>
            <a:srgbClr val="EEF5F2"/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57530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234440" y="3483864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Ranger automation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13232" y="4215384"/>
            <a:ext cx="347472" cy="347472"/>
          </a:xfrm>
          <a:prstGeom prst="ellipse">
            <a:avLst/>
          </a:prstGeom>
          <a:solidFill>
            <a:srgbClr val="EEF5F2"/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28853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234440" y="4197096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Trino enforcement matrix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8641080" y="1627632"/>
            <a:ext cx="2560320" cy="3977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15400" y="1938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rhythm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15400" y="2487168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40-45 min narrative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10-15 min checkpoint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 Q&amp;A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15400" y="44348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Presenter notes carry the script and demo prompts.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06 / Governance, Authorization, And Ranger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Handover session structure.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is part of the chart contract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just infrastructure wiring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71323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roles describe durable app and data entitlements.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Direct-user exceptions require approval metadata and expiry.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Governed catalogs carry PI, IRB, consent, and approval metadata.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Ranger bootstrap policies can be reconciled into Ranger.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549640" y="1609344"/>
            <a:ext cx="73152" cy="4023360"/>
          </a:xfrm>
          <a:prstGeom prst="rect">
            <a:avLst/>
          </a:prstGeom>
          <a:solidFill>
            <a:srgbClr val="1B6E55">
              <a:alpha val="90000"/>
            </a:srgbClr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15400" y="187452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roles describe durable app and data entitlements.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06 / Governance, Authorization, And Ranger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manual Governance Concepts.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authorization values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572768"/>
          <a:ext cx="10881360" cy="452628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Values path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it means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55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global.authorization.platformRoles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Named roles mapped into app entitlements and Ranger roles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global.authorization.platformRoleExceptions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Controlled direct-user exceptions with approval metadata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global.dataCatalogs.&lt;name&gt;.governance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Catalog-level metadata that controls whether data may be exposed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global.authorization.ranger.bootstrapPolicies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Policy definitions reconciled into Ranger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06 / Governance, Authorization, And Ranger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chart guide Governance And Authorization Model.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validation prevents unsafe combinations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Representative enforced rules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71323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platform role needs a description.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entitlements must use supported app names.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Direct-user exceptions need approval reference, reason, grantor, and expiry.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Restricted data cannot rely on unsafe wildcard access patterns.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Identifiable restricted data needs masking or row-filter policy coverage.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549640" y="1609344"/>
            <a:ext cx="73152" cy="4023360"/>
          </a:xfrm>
          <a:prstGeom prst="rect">
            <a:avLst/>
          </a:prstGeom>
          <a:solidFill>
            <a:srgbClr val="1B6E55">
              <a:alpha val="90000"/>
            </a:srgbClr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15400" y="187452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platform role needs a description.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06 / Governance, Authorization, And Ranger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manual What The Governance Validation Layer Enforces.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Ranger automation flow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36192"/>
            <a:ext cx="69951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2D9">
                <a:alpha val="90000"/>
              </a:srgbClr>
            </a:solidFill>
            <a:prstDash val="solid"/>
          </a:ln>
        </p:spPr>
      </p:sp>
      <p:pic>
        <p:nvPicPr>
          <p:cNvPr id="7" name="Image 0" descr="/Users/CV4/code/dlh-in-a-box-umbrella-helm-chart/docs/handover/assets/mermaid/rangerAutom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797"/>
            <a:ext cx="6995160" cy="394107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01000" y="1755648"/>
            <a:ext cx="30632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 become generated bootstrap configuration.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Embedded Python reconciles Ranger state.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Jobs and CronJobs handle bootstrap, usersync, local-user sync, and exception audits.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runtime target may be Ranger, LDAP or AD, or local Keycloak users.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06 / Governance, Authorization, And Ranger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manual Ranger Automation Flow Mermaid.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authorization actually happens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572768"/>
          <a:ext cx="10881360" cy="452628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11315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Situation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Ranger Admin?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Trino query authorization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55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Ranger disabled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Generated file-based Trino rules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Ranger enabled; ranger.trino=false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Generated file-based Trino rules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Ranger enabled; ranger.trino=true; compatible Trino image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Ranger plugin path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06 / Governance, Authorization, And Ranger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manual Trino And Ranger Control Matrix.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Ranger templates are behavior-heavy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to read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71323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templates/ranger-automation.yaml embeds reconciliation logic.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templates/_ranger-admin.tpl owns bootstrap text templates.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templates/ranger-admin.yaml renders runtime shell resources.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templates/ranger-browser-proxy.yaml protects browser access.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549640" y="1609344"/>
            <a:ext cx="73152" cy="4023360"/>
          </a:xfrm>
          <a:prstGeom prst="rect">
            <a:avLst/>
          </a:prstGeom>
          <a:solidFill>
            <a:srgbClr val="1B6E55">
              <a:alpha val="90000"/>
            </a:srgbClr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15400" y="187452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templates/ranger-automation.yaml embeds reconciliation logic.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06 / Governance, Authorization, And Ranger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manual Component Guide; templates guide.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checkpoint: diagnose 'Ranger is enabled but Trino still uses file rules'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554480"/>
            <a:ext cx="5349240" cy="4434840"/>
          </a:xfrm>
          <a:prstGeom prst="rect">
            <a:avLst/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745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E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Commands / prompts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233172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Check global.authorization.ranger.enabled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Check global.authorization.ranger.trino.enabled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Check the Trino image/plugin compatibility expectation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Inspect rendered access-control config for coordinator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46520" y="173736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 questions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0" y="2331720"/>
            <a:ext cx="42519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the developer explain why Ranger Admin may be present but not query-time enforcing?</a:t>
            </a:r>
            <a:endParaRPr lang="en-US" sz="1450" dirty="0"/>
          </a:p>
          <a:p>
            <a:r>
              <a:rPr lang="en-US" sz="14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they find the template path that renders Trino access control?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06 / Governance, Authorization, And Ranger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demo/checkpoint for live handover delivery.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06 landing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0020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inheriting team should now be able to do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2148840"/>
            <a:ext cx="7498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know the governance values that matter.</a:t>
            </a:r>
            <a:endParaRPr lang="en-US" sz="1800" dirty="0"/>
          </a:p>
          <a:p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understand why validation is strict for governed data.</a:t>
            </a:r>
            <a:endParaRPr lang="en-US" sz="1800" dirty="0"/>
          </a:p>
          <a:p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can explain Ranger automation at a high level.</a:t>
            </a:r>
            <a:endParaRPr lang="en-US" sz="1800" dirty="0"/>
          </a:p>
          <a:p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can distinguish Ranger Admin from Trino enforcement.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732520" y="1737360"/>
            <a:ext cx="2423160" cy="3246120"/>
          </a:xfrm>
          <a:prstGeom prst="rect">
            <a:avLst/>
          </a:prstGeom>
          <a:solidFill>
            <a:srgbClr val="EEF5F2"/>
          </a:solidFill>
          <a:ln w="12700">
            <a:solidFill>
              <a:srgbClr val="EEF5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34272" y="2057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Leave-behind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034272" y="260604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PPTX notes as a presenter script and source-map.md as the reference trail.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06 / Governance, Authorization, And Ranger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Handover session wrap-up.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Wellcome Sanger Institute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Governance, Authorization, And Ranger</dc:title>
  <dc:subject>DLH-in-a-box repository handover</dc:subject>
  <dc:creator>DLH-in-a-box maintainers</dc:creator>
  <cp:lastModifiedBy>DLH-in-a-box maintainers</cp:lastModifiedBy>
  <cp:revision>1</cp:revision>
  <dcterms:created xsi:type="dcterms:W3CDTF">2026-05-15T11:45:59Z</dcterms:created>
  <dcterms:modified xsi:type="dcterms:W3CDTF">2026-05-15T11:45:59Z</dcterms:modified>
</cp:coreProperties>
</file>